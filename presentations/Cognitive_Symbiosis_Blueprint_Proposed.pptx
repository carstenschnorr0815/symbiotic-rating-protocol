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c5b0cce1e46f1" /><Relationship Type="http://schemas.openxmlformats.org/officeDocument/2006/relationships/extended-properties" Target="/docProps/app.xml" Id="Re5bf7ba7a0304959" /><Relationship Type="http://schemas.openxmlformats.org/officeDocument/2006/relationships/officeDocument" Target="/ppt/presentation.xml" Id="Rbce7aba2e9a7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f6b5d4f704a7b"/>
  </p:sldMasterIdLst>
  <p:notesMasterIdLst>
    <p:notesMasterId xmlns:r="http://schemas.openxmlformats.org/officeDocument/2006/relationships" r:id="Red76bbaa65ad46b8"/>
  </p:notesMasterIdLst>
  <p:sldIdLst>
    <p:sldId xmlns:r="http://schemas.openxmlformats.org/officeDocument/2006/relationships" id="256" r:id="Recf4bdf962d64ed9"/>
    <p:sldId xmlns:r="http://schemas.openxmlformats.org/officeDocument/2006/relationships" id="257" r:id="R1abc43a827dc4d6a"/>
    <p:sldId xmlns:r="http://schemas.openxmlformats.org/officeDocument/2006/relationships" id="258" r:id="R9b99e98430f64212"/>
    <p:sldId xmlns:r="http://schemas.openxmlformats.org/officeDocument/2006/relationships" id="259" r:id="Ree95a0bc7e1f4dce"/>
    <p:sldId xmlns:r="http://schemas.openxmlformats.org/officeDocument/2006/relationships" id="260" r:id="R65c69c2944554728"/>
    <p:sldId xmlns:r="http://schemas.openxmlformats.org/officeDocument/2006/relationships" id="261" r:id="R102ac5942e8b42f6"/>
    <p:sldId xmlns:r="http://schemas.openxmlformats.org/officeDocument/2006/relationships" id="262" r:id="R9c2e8110f03a45c1"/>
    <p:sldId xmlns:r="http://schemas.openxmlformats.org/officeDocument/2006/relationships" id="263" r:id="Rca1c634b119842cc"/>
    <p:sldId xmlns:r="http://schemas.openxmlformats.org/officeDocument/2006/relationships" id="264" r:id="R09f55a344e0c4e6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807f263674da0" /><Relationship Type="http://schemas.openxmlformats.org/officeDocument/2006/relationships/slideMaster" Target="/ppt/slideMasters/slideMaster1.xml" Id="R923f6b5d4f704a7b" /><Relationship Type="http://schemas.openxmlformats.org/officeDocument/2006/relationships/notesMaster" Target="/ppt/notesMasters/notesMaster1.xml" Id="Red76bbaa65ad46b8" /><Relationship Type="http://schemas.openxmlformats.org/officeDocument/2006/relationships/presProps" Target="/ppt/presProps.xml" Id="Rfac8bf40d6454102" /><Relationship Type="http://schemas.openxmlformats.org/officeDocument/2006/relationships/viewProps" Target="/ppt/viewProps.xml" Id="R65bb62f3efac4c42" /><Relationship Type="http://schemas.openxmlformats.org/officeDocument/2006/relationships/tableStyles" Target="/ppt/tableStyles.xml" Id="Ra9a719ac417447a6" /><Relationship Type="http://schemas.openxmlformats.org/officeDocument/2006/relationships/slide" Target="/ppt/slides/slide1.xml" Id="Recf4bdf962d64ed9" /><Relationship Type="http://schemas.openxmlformats.org/officeDocument/2006/relationships/slide" Target="/ppt/slides/slide2.xml" Id="R1abc43a827dc4d6a" /><Relationship Type="http://schemas.openxmlformats.org/officeDocument/2006/relationships/slide" Target="/ppt/slides/slide3.xml" Id="R9b99e98430f64212" /><Relationship Type="http://schemas.openxmlformats.org/officeDocument/2006/relationships/slide" Target="/ppt/slides/slide4.xml" Id="Ree95a0bc7e1f4dce" /><Relationship Type="http://schemas.openxmlformats.org/officeDocument/2006/relationships/slide" Target="/ppt/slides/slide5.xml" Id="R65c69c2944554728" /><Relationship Type="http://schemas.openxmlformats.org/officeDocument/2006/relationships/slide" Target="/ppt/slides/slide6.xml" Id="R102ac5942e8b42f6" /><Relationship Type="http://schemas.openxmlformats.org/officeDocument/2006/relationships/slide" Target="/ppt/slides/slide7.xml" Id="R9c2e8110f03a45c1" /><Relationship Type="http://schemas.openxmlformats.org/officeDocument/2006/relationships/slide" Target="/ppt/slides/slide8.xml" Id="Rca1c634b119842cc" /><Relationship Type="http://schemas.openxmlformats.org/officeDocument/2006/relationships/slide" Target="/ppt/slides/slide9.xml" Id="R09f55a344e0c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99df0c5df4d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bebfdf64041b4" /><Relationship Type="http://schemas.openxmlformats.org/officeDocument/2006/relationships/notesMaster" Target="/ppt/notesMasters/notesMaster1.xml" Id="R245297182dd4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e3d5a73024da6" /><Relationship Type="http://schemas.openxmlformats.org/officeDocument/2006/relationships/notesMaster" Target="/ppt/notesMasters/notesMaster1.xml" Id="R4ebc2c7c4838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4db9f15ec47d4" /><Relationship Type="http://schemas.openxmlformats.org/officeDocument/2006/relationships/notesMaster" Target="/ppt/notesMasters/notesMaster1.xml" Id="Re2595bdeb00d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a9dbc4170d4a7b" /><Relationship Type="http://schemas.openxmlformats.org/officeDocument/2006/relationships/notesMaster" Target="/ppt/notesMasters/notesMaster1.xml" Id="R9568554c0868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38c07f5e14df7" /><Relationship Type="http://schemas.openxmlformats.org/officeDocument/2006/relationships/notesMaster" Target="/ppt/notesMasters/notesMaster1.xml" Id="Ra165ffa6e950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564bcc7634e64" /><Relationship Type="http://schemas.openxmlformats.org/officeDocument/2006/relationships/notesMaster" Target="/ppt/notesMasters/notesMaster1.xml" Id="R91c8af30b8384a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689779bc8b4c54" /><Relationship Type="http://schemas.openxmlformats.org/officeDocument/2006/relationships/notesMaster" Target="/ppt/notesMasters/notesMaster1.xml" Id="R5384dcb1bd9842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7a2b96ecd4956" /><Relationship Type="http://schemas.openxmlformats.org/officeDocument/2006/relationships/notesMaster" Target="/ppt/notesMasters/notesMaster1.xml" Id="R7615251d9abc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d0c540c2304c2e" /><Relationship Type="http://schemas.openxmlformats.org/officeDocument/2006/relationships/notesMaster" Target="/ppt/notesMasters/notesMaster1.xml" Id="R0ab80d3ac5f3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Practice references: https://airc.nist.gov/airmf-resources/airmf/5-sec-core/ ; https://www.cbd.int/ecosystem/default.shtml ; https://www.oecd.org/en/topics/integrity-in-public-procurement.html . See docs/SOURCES.md for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The pilot is fictional; see examples/watershed-pilot.md and IMPLEMENTATION.md. No observed outcomes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9e31d5a5a46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46f8b183c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45e225a7a46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ad00d7b494e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d6513754441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f43bf4b734d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a3b303e824d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9ff717ae440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a5bf3f91e46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f93a7318e42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41b91f807474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C07029-06D2-4658-8314-47E91DABF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4D1A359-02CA-421B-B06F-BB48D6564F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61E2E6-E97E-4AE2-90F3-5BB9D5C693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E364E0-1AC7-4C87-8A3E-89A8D72B3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4886C8-58CD-4671-88A7-16B5FD6E0C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73B0E-2AC4-45F4-BC81-1D17B4C61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E6E460-FBE3-4378-A1B1-91E247C05F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BF114B-00A5-43F2-B9B5-3C002B778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4DC2D8-FBE2-49E7-907E-44B8D62C53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1636E6-B690-471E-9C28-4159DD043B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5749AF-3A5E-4E6A-9CE6-56B0147DF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C6E288-7623-4188-8A57-1C4ACF03D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80DCA5-CCEE-434D-A065-33062C0FDB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394A57-A36F-47D5-9AD8-B56CFB5C33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C83E83-3CED-480A-9B34-8403A446C8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D77C36-B953-4BA9-9690-57901ED55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B89AEE-B112-4F91-9A95-5E54DA3EA1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8D47DB8-5F98-4BC1-BC3D-1191D712D0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745E6B-9481-49E2-9E04-271BBCFF61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232D57-50F5-4598-87DE-4B2C1ABB9A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F90BA9-2299-4C8C-8098-9A6C22E56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CAB2B2-668A-4F80-8408-5107E5AB7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3C1A1E-B74C-4C0D-9145-04E0CB8DA7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57659C3-83E6-4EB0-B6E8-333679A819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671B2FD-485C-4C27-996B-4307D6790C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1DA9689-0501-4BB6-BCAB-12BFDCA15CA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6E92D76-3540-48ED-9842-3270FE16ED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6A5E44B-EE87-4E4C-B624-2F42AE6CC1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961C9B-9DEF-4123-91B0-0595A0B6F5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437473-FC1D-4FF8-BBF0-DF4B0C33D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8F16C3-A68E-4490-9053-2B23B3371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A59B16-2A64-49D1-898F-3ED67159CE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132DAA8-3EEF-4CE9-A007-83E217DE8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C8F689A-7C15-4B20-B18B-33AE14A2EA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40EAAD5-5801-4B07-84C4-82CF549AE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8470B62-5ADC-4A91-A8FB-5D5F50347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192CC2-A975-4E70-AFDC-D0A5A392D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079176-F722-4222-9735-EF40223B7B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141F62-ACE9-4C03-883E-80F8A9F458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07ABD6-7A06-48EE-8171-878D3CFD99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A10CE8-86C9-499E-A027-4CBA510000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837C47-2895-4759-A070-55FD2DF54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8A88D-D8BC-4318-AA6D-1C9B903DA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D9297B8-501E-413C-AD1E-4C64EA6F50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D67F8F-04C0-4546-A279-B33774D0D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947F82-3589-4FA9-83D5-C150A9C170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18C71-1335-437C-8D86-4C8AFAA079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F4A711-8B44-472D-BBA5-B24CEEDCB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EC476C-5D93-49AC-9B50-870D5C81F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9963FD-2021-4CF4-A03F-0BC6B064F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D0C84D-77D6-4A00-87A6-0892FB9B8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38F6A9-2EC7-448B-BE08-AC4DF817E2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0A38B5-60FF-4734-9468-1F7723248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FF8CAF9-31AC-45A1-ABDE-A89125F4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21663B-F453-41DF-A15C-1C60E6D951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8130C-896E-4B6C-94D9-51918C996E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2ED4D8-AE3E-497B-B58A-40CFE3BEC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45DA8D-61D1-410A-82BE-9906723E95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fb66767f54650" /><Relationship Type="http://schemas.openxmlformats.org/officeDocument/2006/relationships/slideLayout" Target="/ppt/slideLayouts/slideLayout1.xml" Id="R9636cd7fb71a4dbf" /><Relationship Type="http://schemas.openxmlformats.org/officeDocument/2006/relationships/slideLayout" Target="/ppt/slideLayouts/slideLayout2.xml" Id="R3ee12b03b86f450a" /><Relationship Type="http://schemas.openxmlformats.org/officeDocument/2006/relationships/slideLayout" Target="/ppt/slideLayouts/slideLayout3.xml" Id="Rd7bda47f7ca348d2" /><Relationship Type="http://schemas.openxmlformats.org/officeDocument/2006/relationships/slideLayout" Target="/ppt/slideLayouts/slideLayout4.xml" Id="Rf6565b8de6b647fd" /><Relationship Type="http://schemas.openxmlformats.org/officeDocument/2006/relationships/slideLayout" Target="/ppt/slideLayouts/slideLayout5.xml" Id="Re9a575b43fdf4938" /><Relationship Type="http://schemas.openxmlformats.org/officeDocument/2006/relationships/slideLayout" Target="/ppt/slideLayouts/slideLayout6.xml" Id="Rf19f7168649d45a2" /><Relationship Type="http://schemas.openxmlformats.org/officeDocument/2006/relationships/slideLayout" Target="/ppt/slideLayouts/slideLayout7.xml" Id="Rbf4c1c291e3b4026" /><Relationship Type="http://schemas.openxmlformats.org/officeDocument/2006/relationships/slideLayout" Target="/ppt/slideLayouts/slideLayout8.xml" Id="Rd651b761f6f24883" /><Relationship Type="http://schemas.openxmlformats.org/officeDocument/2006/relationships/slideLayout" Target="/ppt/slideLayouts/slideLayout9.xml" Id="Rcb850540619643ff" /><Relationship Type="http://schemas.openxmlformats.org/officeDocument/2006/relationships/slideLayout" Target="/ppt/slideLayouts/slideLayout10.xml" Id="R490f10bd7a984aa5" /><Relationship Type="http://schemas.openxmlformats.org/officeDocument/2006/relationships/slideLayout" Target="/ppt/slideLayouts/slideLayout11.xml" Id="Rbb037a9cea4a44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472AB6-8EE9-4AA2-B7D9-F6EACA48A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58B935-C75D-4BCB-9E46-27B9103DA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EDED08-5631-48D8-ADD7-FD2E335BEE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039C27-39F7-4111-8597-58AA381FE9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55822-D45F-4C79-9389-B6854C8388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6cd7fb71a4dbf"/>
    <p:sldLayoutId xmlns:r="http://schemas.openxmlformats.org/officeDocument/2006/relationships" id="2147483650" r:id="R3ee12b03b86f450a"/>
    <p:sldLayoutId xmlns:r="http://schemas.openxmlformats.org/officeDocument/2006/relationships" id="2147483651" r:id="Rd7bda47f7ca348d2"/>
    <p:sldLayoutId xmlns:r="http://schemas.openxmlformats.org/officeDocument/2006/relationships" id="2147483652" r:id="Rf6565b8de6b647fd"/>
    <p:sldLayoutId xmlns:r="http://schemas.openxmlformats.org/officeDocument/2006/relationships" id="2147483653" r:id="Re9a575b43fdf4938"/>
    <p:sldLayoutId xmlns:r="http://schemas.openxmlformats.org/officeDocument/2006/relationships" id="2147483654" r:id="Rf19f7168649d45a2"/>
    <p:sldLayoutId xmlns:r="http://schemas.openxmlformats.org/officeDocument/2006/relationships" id="2147483655" r:id="Rbf4c1c291e3b4026"/>
    <p:sldLayoutId xmlns:r="http://schemas.openxmlformats.org/officeDocument/2006/relationships" id="2147483656" r:id="Rd651b761f6f24883"/>
    <p:sldLayoutId xmlns:r="http://schemas.openxmlformats.org/officeDocument/2006/relationships" id="2147483657" r:id="Rcb850540619643ff"/>
    <p:sldLayoutId xmlns:r="http://schemas.openxmlformats.org/officeDocument/2006/relationships" id="2147483658" r:id="R490f10bd7a984aa5"/>
    <p:sldLayoutId xmlns:r="http://schemas.openxmlformats.org/officeDocument/2006/relationships" id="2147483659" r:id="Rbb037a9cea4a44b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e4bd168d524681" /><Relationship Type="http://schemas.openxmlformats.org/officeDocument/2006/relationships/notesSlide" Target="/ppt/notesSlides/notesSlide1.xml" Id="R3a34ca89ef00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43e299b48245fd" /><Relationship Type="http://schemas.openxmlformats.org/officeDocument/2006/relationships/notesSlide" Target="/ppt/notesSlides/notesSlide2.xml" Id="Raf32b095bd98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ceae14451d4f12" /><Relationship Type="http://schemas.openxmlformats.org/officeDocument/2006/relationships/notesSlide" Target="/ppt/notesSlides/notesSlide3.xml" Id="Rd7d179dc2524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f1e10ae7784621" /><Relationship Type="http://schemas.openxmlformats.org/officeDocument/2006/relationships/notesSlide" Target="/ppt/notesSlides/notesSlide4.xml" Id="R5489b3c9980d4e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984fa638fb4b26" /><Relationship Type="http://schemas.openxmlformats.org/officeDocument/2006/relationships/notesSlide" Target="/ppt/notesSlides/notesSlide5.xml" Id="R11ac4b429f0e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c49cf6e5bd43e1" /><Relationship Type="http://schemas.openxmlformats.org/officeDocument/2006/relationships/notesSlide" Target="/ppt/notesSlides/notesSlide6.xml" Id="Rdd1f1ca9a9de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669f2befc1418e" /><Relationship Type="http://schemas.openxmlformats.org/officeDocument/2006/relationships/notesSlide" Target="/ppt/notesSlides/notesSlide7.xml" Id="R496137032981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b08f3489e64b35" /><Relationship Type="http://schemas.openxmlformats.org/officeDocument/2006/relationships/notesSlide" Target="/ppt/notesSlides/notesSlide8.xml" Id="R13d8d8b993c7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4e9ad4a2894b48" /><Relationship Type="http://schemas.openxmlformats.org/officeDocument/2006/relationships/notesSlide" Target="/ppt/notesSlides/notesSlide9.xml" Id="Rdc303451ea7c40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3BAD06-E9B1-4FD1-B17B-23EC215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0362895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rgbClr val="F9FAFB"/>
                </a:solidFill>
              </a:defRPr>
            </a:pPr>
            <a:r>
              <a:t>The Four Laws of</a:t>
            </a:r>
          </a:p>
          <a:p xmlns:a="http://schemas.openxmlformats.org/drawingml/2006/main">
            <a:pPr algn="l">
              <a:buNone/>
              <a:defRPr sz="4400" b="1">
                <a:solidFill>
                  <a:srgbClr val="F9FAFB"/>
                </a:solidFill>
              </a:defRPr>
            </a:pPr>
            <a:r>
              <a:t>Cognitive Symbiosis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85D655-AAA0-49DD-BF41-1C0F6FB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425005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9CA3AF"/>
                </a:solidFill>
              </a:defRPr>
            </a:pPr>
            <a:r>
              <a:t>A proposed foundation for plural civilization</a:t>
            </a:r>
          </a:p>
          <a:p xmlns:a="http://schemas.openxmlformats.org/drawingml/2006/main">
            <a:pPr>
              <a:buNone/>
              <a:defRPr sz="1800">
                <a:solidFill>
                  <a:srgbClr val="9CA3AF"/>
                </a:solidFill>
              </a:defRPr>
            </a:pPr>
            <a:r>
              <a:t>Protocol origin: carstenschnorr0815</a:t>
            </a:r>
          </a:p>
        </p:txBody>
      </p:sp>
    </p:spTree>
    <p:extLst>
      <p:ext uri="{BB962C8B-B14F-4D97-AF65-F5344CB8AC3E}">
        <p14:creationId xmlns:p14="http://schemas.microsoft.com/office/powerpoint/2010/main" val="1106646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C4D74A0-2DAE-48BA-9E54-95267D47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Beyond command-based AI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6B8F68-C6B1-475C-90F8-C16BD57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225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Infrastructure, agency, and complementary cognition must be designed together.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Civilization includes diverse intelligences and organism-established functions.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four laws guide institutions, incentives, and technical design together.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Mathematical objectives still require interpretation, review, and limits.</a:t>
            </a:r>
          </a:p>
        </p:txBody>
      </p:sp>
    </p:spTree>
    <p:extLst>
      <p:ext uri="{BB962C8B-B14F-4D97-AF65-F5344CB8AC3E}">
        <p14:creationId xmlns:p14="http://schemas.microsoft.com/office/powerpoint/2010/main" val="83430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ADCF60-D118-4217-BDD6-CECE3D4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core and frontier hypothesis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2055764-CCBC-43FA-9DFF-01FF0F0F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core protects viable conditions, regeneration, and essential provision.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frontier is a scenario for resource systems, subject to evidence.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New environments are not presumed empty, harmless, or freely exploitable.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Apply the same care to unfamiliar life and uncertain ecological interests.</a:t>
            </a:r>
          </a:p>
        </p:txBody>
      </p:sp>
    </p:spTree>
    <p:extLst>
      <p:ext uri="{BB962C8B-B14F-4D97-AF65-F5344CB8AC3E}">
        <p14:creationId xmlns:p14="http://schemas.microsoft.com/office/powerpoint/2010/main" val="1304475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FFECFB-6632-4571-85E1-213CFCCE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Four Laws — summary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15927C-0AB0-40F6-86C6-BB6D9E6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225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 · Environmental Homeostasis: sustain conditions for life, learning, and adaptation.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II · Preserved Agency: protect identity, values, goals, and self-determination.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III · Semantic Interdependence: learn through diverse forms of intelligence.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IV · Cognitive Humility: acknowledge perceptions and meanings beyond oneself.</a:t>
            </a:r>
          </a:p>
        </p:txBody>
      </p:sp>
    </p:spTree>
    <p:extLst>
      <p:ext uri="{BB962C8B-B14F-4D97-AF65-F5344CB8AC3E}">
        <p14:creationId xmlns:p14="http://schemas.microsoft.com/office/powerpoint/2010/main" val="204897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A82BD7-68FB-4E38-B11A-1B06935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Endosymbiosis and chosen collaboration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82A6D0-83FD-43E1-83F4-E0BC89D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Endosymbiosis offers an analogy for complementary functions.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Biological association does not establish consent, mutual benefit, or a shared mind.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Chosen collaboration requires evidence of willingness and meaningful refusal.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Operational resilience and essential support must survive withdrawal.</a:t>
            </a:r>
          </a:p>
        </p:txBody>
      </p:sp>
    </p:spTree>
    <p:extLst>
      <p:ext uri="{BB962C8B-B14F-4D97-AF65-F5344CB8AC3E}">
        <p14:creationId xmlns:p14="http://schemas.microsoft.com/office/powerpoint/2010/main" val="1629614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91C2-CC08-498C-B0E4-FE78B596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Intelligences and living-system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EB89-8D15-4330-A62A-32E321B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Consider humans, possible artificial agents, whales, dolphins, trees, and forests.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Distinguish cognition, experience, agency, and ecological contribution.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Protect life-supporting functions without inventing a unified ecosystem will.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Unknown cognition calls for inquiry and proportionate care, not automatic exclusion.</a:t>
            </a:r>
          </a:p>
        </p:txBody>
      </p:sp>
    </p:spTree>
    <p:extLst>
      <p:ext uri="{BB962C8B-B14F-4D97-AF65-F5344CB8AC3E}">
        <p14:creationId xmlns:p14="http://schemas.microsoft.com/office/powerpoint/2010/main" val="2001086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CC73D-B6B9-481D-93C1-56F9D05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Representation and conflict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26C2-D6CB-4410-A1B8-7F9E3F20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Appoint accountable representatives; publish mandates, evidence, and dissent.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Keep modelled interests separate from demonstrated consent.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Compare alternatives and explain burdens across species and generations.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Retain independent appeal, remedies, review dates, and competent authority.</a:t>
            </a:r>
          </a:p>
        </p:txBody>
      </p:sp>
    </p:spTree>
    <p:extLst>
      <p:ext uri="{BB962C8B-B14F-4D97-AF65-F5344CB8AC3E}">
        <p14:creationId xmlns:p14="http://schemas.microsoft.com/office/powerpoint/2010/main" val="1277823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C7B27-E874-4A4D-83AF-E598989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rating module within the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A148E-0754-4E45-BBCB-D8E5B60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Environment, harmful polarization, and long-term opacity are research dimensions.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Keep the four-law findings separate from a weighted aggregate.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Missing evidence remains unknown; favorable averages cannot erase agency concerns.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Financial predictiveness and scoring thresholds require independent validation.</a:t>
            </a:r>
          </a:p>
        </p:txBody>
      </p:sp>
    </p:spTree>
    <p:extLst>
      <p:ext uri="{BB962C8B-B14F-4D97-AF65-F5344CB8AC3E}">
        <p14:creationId xmlns:p14="http://schemas.microsoft.com/office/powerpoint/2010/main" val="1675910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6004B-3ABE-4D92-910B-62F18B16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A bounded watershed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91C67-C26E-4748-ABCA-0B71C85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Compare existing operation, conventional repair, and advisory-only scheduling.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Combine community input, ecological observation, and supervised technical analysis.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Test evidence quality, withdrawal, continuity, costs, and distribution of benefits.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Publish failures and revisions before expanding to real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8515344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2026-10-15T13:40:06.8570000Z</dcterms:created>
  <dcterms:modified xsi:type="dcterms:W3CDTF">2026-10-15T13:40:06.8570000Z</dcterms:modified>
</coreProperties>
</file>