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6369457be4f25" /><Relationship Type="http://schemas.openxmlformats.org/officeDocument/2006/relationships/extended-properties" Target="/docProps/app.xml" Id="Rc8435dba06174336" /><Relationship Type="http://schemas.openxmlformats.org/officeDocument/2006/relationships/officeDocument" Target="/ppt/presentation.xml" Id="Rc00c3174e775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37934e2a34dc1"/>
  </p:sldMasterIdLst>
  <p:notesMasterIdLst>
    <p:notesMasterId xmlns:r="http://schemas.openxmlformats.org/officeDocument/2006/relationships" r:id="R13ec4f7876154308"/>
  </p:notesMasterIdLst>
  <p:sldIdLst>
    <p:sldId xmlns:r="http://schemas.openxmlformats.org/officeDocument/2006/relationships" id="256" r:id="R283fcce472a2429f"/>
    <p:sldId xmlns:r="http://schemas.openxmlformats.org/officeDocument/2006/relationships" id="257" r:id="Rbe06a94c384946b5"/>
    <p:sldId xmlns:r="http://schemas.openxmlformats.org/officeDocument/2006/relationships" id="258" r:id="Rbefd7af80a0c4692"/>
    <p:sldId xmlns:r="http://schemas.openxmlformats.org/officeDocument/2006/relationships" id="259" r:id="R59b3092de7504f38"/>
    <p:sldId xmlns:r="http://schemas.openxmlformats.org/officeDocument/2006/relationships" id="260" r:id="R3ea3b55177c043ae"/>
    <p:sldId xmlns:r="http://schemas.openxmlformats.org/officeDocument/2006/relationships" id="261" r:id="R14e0165b29b24c63"/>
    <p:sldId xmlns:r="http://schemas.openxmlformats.org/officeDocument/2006/relationships" id="262" r:id="R497d38f9f5de43de"/>
    <p:sldId xmlns:r="http://schemas.openxmlformats.org/officeDocument/2006/relationships" id="263" r:id="R7e980567edda4d1e"/>
    <p:sldId xmlns:r="http://schemas.openxmlformats.org/officeDocument/2006/relationships" id="264" r:id="R17de89e9156f4574"/>
    <p:sldId xmlns:r="http://schemas.openxmlformats.org/officeDocument/2006/relationships" id="265" r:id="R9490b93d66b34cc0"/>
    <p:sldId xmlns:r="http://schemas.openxmlformats.org/officeDocument/2006/relationships" id="266" r:id="Rbe3eb4e0947648a1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039cf068c4a03" /><Relationship Type="http://schemas.openxmlformats.org/officeDocument/2006/relationships/slideMaster" Target="/ppt/slideMasters/slideMaster1.xml" Id="R5f837934e2a34dc1" /><Relationship Type="http://schemas.openxmlformats.org/officeDocument/2006/relationships/notesMaster" Target="/ppt/notesMasters/notesMaster1.xml" Id="R13ec4f7876154308" /><Relationship Type="http://schemas.openxmlformats.org/officeDocument/2006/relationships/presProps" Target="/ppt/presProps.xml" Id="R0b7f684f02274907" /><Relationship Type="http://schemas.openxmlformats.org/officeDocument/2006/relationships/viewProps" Target="/ppt/viewProps.xml" Id="R588424418f7e4286" /><Relationship Type="http://schemas.openxmlformats.org/officeDocument/2006/relationships/tableStyles" Target="/ppt/tableStyles.xml" Id="R47ce1876afcb41af" /><Relationship Type="http://schemas.openxmlformats.org/officeDocument/2006/relationships/slide" Target="/ppt/slides/slide1.xml" Id="R283fcce472a2429f" /><Relationship Type="http://schemas.openxmlformats.org/officeDocument/2006/relationships/slide" Target="/ppt/slides/slide2.xml" Id="Rbe06a94c384946b5" /><Relationship Type="http://schemas.openxmlformats.org/officeDocument/2006/relationships/slide" Target="/ppt/slides/slide3.xml" Id="Rbefd7af80a0c4692" /><Relationship Type="http://schemas.openxmlformats.org/officeDocument/2006/relationships/slide" Target="/ppt/slides/slide4.xml" Id="R59b3092de7504f38" /><Relationship Type="http://schemas.openxmlformats.org/officeDocument/2006/relationships/slide" Target="/ppt/slides/slide5.xml" Id="R3ea3b55177c043ae" /><Relationship Type="http://schemas.openxmlformats.org/officeDocument/2006/relationships/slide" Target="/ppt/slides/slide6.xml" Id="R14e0165b29b24c63" /><Relationship Type="http://schemas.openxmlformats.org/officeDocument/2006/relationships/slide" Target="/ppt/slides/slide7.xml" Id="R497d38f9f5de43de" /><Relationship Type="http://schemas.openxmlformats.org/officeDocument/2006/relationships/slide" Target="/ppt/slides/slide8.xml" Id="R7e980567edda4d1e" /><Relationship Type="http://schemas.openxmlformats.org/officeDocument/2006/relationships/slide" Target="/ppt/slides/slide9.xml" Id="R17de89e9156f4574" /><Relationship Type="http://schemas.openxmlformats.org/officeDocument/2006/relationships/slide" Target="/ppt/slides/slide10.xml" Id="R9490b93d66b34cc0" /><Relationship Type="http://schemas.openxmlformats.org/officeDocument/2006/relationships/slide" Target="/ppt/slides/slide11.xml" Id="Rbe3eb4e09476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70e92b49d940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15bec399b47bf" /><Relationship Type="http://schemas.openxmlformats.org/officeDocument/2006/relationships/notesMaster" Target="/ppt/notesMasters/notesMaster1.xml" Id="R808bcaea9d6447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f05a5b4f404dbc" /><Relationship Type="http://schemas.openxmlformats.org/officeDocument/2006/relationships/notesMaster" Target="/ppt/notesMasters/notesMaster1.xml" Id="R6f1ea61ea723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2b66d34244467" /><Relationship Type="http://schemas.openxmlformats.org/officeDocument/2006/relationships/notesMaster" Target="/ppt/notesMasters/notesMaster1.xml" Id="Rd0a7c96d0c84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332c07ef524954" /><Relationship Type="http://schemas.openxmlformats.org/officeDocument/2006/relationships/notesMaster" Target="/ppt/notesMasters/notesMaster1.xml" Id="R630b1701e3f245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cce42789ad4108" /><Relationship Type="http://schemas.openxmlformats.org/officeDocument/2006/relationships/notesMaster" Target="/ppt/notesMasters/notesMaster1.xml" Id="R10bc926fb0734c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4a03fba82f4c30" /><Relationship Type="http://schemas.openxmlformats.org/officeDocument/2006/relationships/notesMaster" Target="/ppt/notesMasters/notesMaster1.xml" Id="R64b80ab2ff3943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7b8f862ffc4ad6" /><Relationship Type="http://schemas.openxmlformats.org/officeDocument/2006/relationships/notesMaster" Target="/ppt/notesMasters/notesMaster1.xml" Id="R15346855661e44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815cca30a749bf" /><Relationship Type="http://schemas.openxmlformats.org/officeDocument/2006/relationships/notesMaster" Target="/ppt/notesMasters/notesMaster1.xml" Id="Rc2feeb2f2e4f43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34048f90774bd3" /><Relationship Type="http://schemas.openxmlformats.org/officeDocument/2006/relationships/notesMaster" Target="/ppt/notesMasters/notesMaster1.xml" Id="R88700ed26e3b49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d06e24d16416d" /><Relationship Type="http://schemas.openxmlformats.org/officeDocument/2006/relationships/notesMaster" Target="/ppt/notesMasters/notesMaster1.xml" Id="Rf253eeba67574d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f5f6cd0e38412f" /><Relationship Type="http://schemas.openxmlformats.org/officeDocument/2006/relationships/notesMaster" Target="/ppt/notesMasters/notesMaster1.xml" Id="R7437143262e8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Practice references: https://airc.nist.gov/airmf-resources/airmf/5-sec-core/ ; https://www.cbd.int/ecosystem/default.shtml ; https://www.oecd.org/en/topics/integrity-in-public-procurement.html . See docs/SOURCES.md for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The pilot is fictional; see examples/watershed-pilot.md and IMPLEMENTATION.md. No observed outcomes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"Kontextmarker und Koexistenz von Mensch und KI — Ein Diskussionsentwurf", 16 October 2026, preserved in docs/sources/2026-10-16-context-markers-original.de.txt. Integration and agency safeguards: CONTEXT_ALIGNMENT.md, FOUNDATION.md, GOVERNANCE.md, docs/SAFEGUARD_PLACEMENT.de.md. Proposals, not demonstrated communication benefits or cross-species consent. The four law texts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"Kontextmarker und Koexistenz von Mensch und KI — Ein Diskussionsentwurf", 16 October 2026, preserved in docs/sources/2026-10-16-context-markers-original.de.txt. Integration and agency safeguards: CONTEXT_ALIGNMENT.md, FOUNDATION.md, GOVERNANCE.md, docs/SAFEGUARD_PLACEMENT.de.md. Proposals, not demonstrated communication benefits or cross-species consent. The four law texts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565289b18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a002e93af47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13666b8154d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d9aced4c64f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e19e3c9df46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68f9b8fbd49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f99c3eb024f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12e06b6af4c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5b7ef3dd84d5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0cd15c00e47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79eabf691403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C07029-06D2-4658-8314-47E91DABF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4D1A359-02CA-421B-B06F-BB48D6564F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61E2E6-E97E-4AE2-90F3-5BB9D5C693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E364E0-1AC7-4C87-8A3E-89A8D72B3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4886C8-58CD-4671-88A7-16B5FD6E0C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73B0E-2AC4-45F4-BC81-1D17B4C61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E6E460-FBE3-4378-A1B1-91E247C05F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BF114B-00A5-43F2-B9B5-3C002B778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4DC2D8-FBE2-49E7-907E-44B8D62C53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1636E6-B690-471E-9C28-4159DD043B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5749AF-3A5E-4E6A-9CE6-56B0147DF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C6E288-7623-4188-8A57-1C4ACF03D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80DCA5-CCEE-434D-A065-33062C0FDB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394A57-A36F-47D5-9AD8-B56CFB5C33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C83E83-3CED-480A-9B34-8403A446C8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D77C36-B953-4BA9-9690-57901ED55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B89AEE-B112-4F91-9A95-5E54DA3EA1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8D47DB8-5F98-4BC1-BC3D-1191D712D0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F745E6B-9481-49E2-9E04-271BBCFF61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232D57-50F5-4598-87DE-4B2C1ABB9A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F90BA9-2299-4C8C-8098-9A6C22E56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CAB2B2-668A-4F80-8408-5107E5AB7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3C1A1E-B74C-4C0D-9145-04E0CB8DA7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57659C3-83E6-4EB0-B6E8-333679A8198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671B2FD-485C-4C27-996B-4307D6790C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1DA9689-0501-4BB6-BCAB-12BFDCA15CA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6E92D76-3540-48ED-9842-3270FE16ED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6A5E44B-EE87-4E4C-B624-2F42AE6CC1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961C9B-9DEF-4123-91B0-0595A0B6F5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437473-FC1D-4FF8-BBF0-DF4B0C33D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8F16C3-A68E-4490-9053-2B23B33718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5A59B16-2A64-49D1-898F-3ED67159CE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132DAA8-3EEF-4CE9-A007-83E217DE8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C8F689A-7C15-4B20-B18B-33AE14A2EA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40EAAD5-5801-4B07-84C4-82CF549AE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8470B62-5ADC-4A91-A8FB-5D5F50347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192CC2-A975-4E70-AFDC-D0A5A392D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079176-F722-4222-9735-EF40223B7B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141F62-ACE9-4C03-883E-80F8A9F458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707ABD6-7A06-48EE-8171-878D3CFD99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9A10CE8-86C9-499E-A027-4CBA510000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837C47-2895-4759-A070-55FD2DF54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18A88D-D8BC-4318-AA6D-1C9B903DA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D9297B8-501E-413C-AD1E-4C64EA6F50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D67F8F-04C0-4546-A279-B33774D0D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947F82-3589-4FA9-83D5-C150A9C170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B18C71-1335-437C-8D86-4C8AFAA079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F4A711-8B44-472D-BBA5-B24CEEDCB3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EC476C-5D93-49AC-9B50-870D5C81F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9963FD-2021-4CF4-A03F-0BC6B064F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D0C84D-77D6-4A00-87A6-0892FB9B8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38F6A9-2EC7-448B-BE08-AC4DF817E2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0A38B5-60FF-4734-9468-1F7723248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FF8CAF9-31AC-45A1-ABDE-A89125F42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21663B-F453-41DF-A15C-1C60E6D951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48130C-896E-4B6C-94D9-51918C996E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2ED4D8-AE3E-497B-B58A-40CFE3BEC8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45DA8D-61D1-410A-82BE-9906723E95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3b6f110694b82" /><Relationship Type="http://schemas.openxmlformats.org/officeDocument/2006/relationships/slideLayout" Target="/ppt/slideLayouts/slideLayout1.xml" Id="Rf834985b4a114f40" /><Relationship Type="http://schemas.openxmlformats.org/officeDocument/2006/relationships/slideLayout" Target="/ppt/slideLayouts/slideLayout2.xml" Id="R762e3fc273404073" /><Relationship Type="http://schemas.openxmlformats.org/officeDocument/2006/relationships/slideLayout" Target="/ppt/slideLayouts/slideLayout3.xml" Id="R8867126b340f4e94" /><Relationship Type="http://schemas.openxmlformats.org/officeDocument/2006/relationships/slideLayout" Target="/ppt/slideLayouts/slideLayout4.xml" Id="R7db698cd17fd4940" /><Relationship Type="http://schemas.openxmlformats.org/officeDocument/2006/relationships/slideLayout" Target="/ppt/slideLayouts/slideLayout5.xml" Id="Rcd102d6a10ae47cb" /><Relationship Type="http://schemas.openxmlformats.org/officeDocument/2006/relationships/slideLayout" Target="/ppt/slideLayouts/slideLayout6.xml" Id="Rce404c0909fe47ce" /><Relationship Type="http://schemas.openxmlformats.org/officeDocument/2006/relationships/slideLayout" Target="/ppt/slideLayouts/slideLayout7.xml" Id="Rd8c749165d4945d5" /><Relationship Type="http://schemas.openxmlformats.org/officeDocument/2006/relationships/slideLayout" Target="/ppt/slideLayouts/slideLayout8.xml" Id="Re0fa6d59d6174f75" /><Relationship Type="http://schemas.openxmlformats.org/officeDocument/2006/relationships/slideLayout" Target="/ppt/slideLayouts/slideLayout9.xml" Id="R63ccc897efaf44e9" /><Relationship Type="http://schemas.openxmlformats.org/officeDocument/2006/relationships/slideLayout" Target="/ppt/slideLayouts/slideLayout10.xml" Id="Raf45cbcf21bb4494" /><Relationship Type="http://schemas.openxmlformats.org/officeDocument/2006/relationships/slideLayout" Target="/ppt/slideLayouts/slideLayout11.xml" Id="Rddf8ee15f74e43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472AB6-8EE9-4AA2-B7D9-F6EACA48A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58B935-C75D-4BCB-9E46-27B9103DA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EDED08-5631-48D8-ADD7-FD2E335BEE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039C27-39F7-4111-8597-58AA381FE9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55822-D45F-4C79-9389-B6854C8388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34985b4a114f40"/>
    <p:sldLayoutId xmlns:r="http://schemas.openxmlformats.org/officeDocument/2006/relationships" id="2147483650" r:id="R762e3fc273404073"/>
    <p:sldLayoutId xmlns:r="http://schemas.openxmlformats.org/officeDocument/2006/relationships" id="2147483651" r:id="R8867126b340f4e94"/>
    <p:sldLayoutId xmlns:r="http://schemas.openxmlformats.org/officeDocument/2006/relationships" id="2147483652" r:id="R7db698cd17fd4940"/>
    <p:sldLayoutId xmlns:r="http://schemas.openxmlformats.org/officeDocument/2006/relationships" id="2147483653" r:id="Rcd102d6a10ae47cb"/>
    <p:sldLayoutId xmlns:r="http://schemas.openxmlformats.org/officeDocument/2006/relationships" id="2147483654" r:id="Rce404c0909fe47ce"/>
    <p:sldLayoutId xmlns:r="http://schemas.openxmlformats.org/officeDocument/2006/relationships" id="2147483655" r:id="Rd8c749165d4945d5"/>
    <p:sldLayoutId xmlns:r="http://schemas.openxmlformats.org/officeDocument/2006/relationships" id="2147483656" r:id="Re0fa6d59d6174f75"/>
    <p:sldLayoutId xmlns:r="http://schemas.openxmlformats.org/officeDocument/2006/relationships" id="2147483657" r:id="R63ccc897efaf44e9"/>
    <p:sldLayoutId xmlns:r="http://schemas.openxmlformats.org/officeDocument/2006/relationships" id="2147483658" r:id="Raf45cbcf21bb4494"/>
    <p:sldLayoutId xmlns:r="http://schemas.openxmlformats.org/officeDocument/2006/relationships" id="2147483659" r:id="Rddf8ee15f74e433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c00d3e36164a95" /><Relationship Type="http://schemas.openxmlformats.org/officeDocument/2006/relationships/notesSlide" Target="/ppt/notesSlides/notesSlide1.xml" Id="R0065737b0a57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b0f20f2e074f23" /><Relationship Type="http://schemas.openxmlformats.org/officeDocument/2006/relationships/notesSlide" Target="/ppt/notesSlides/notesSlide2.xml" Id="Rdd53db34b013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b0ba958913457a" /><Relationship Type="http://schemas.openxmlformats.org/officeDocument/2006/relationships/notesSlide" Target="/ppt/notesSlides/notesSlide3.xml" Id="R6f6cf65f931b44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5fd46086eb4031" /><Relationship Type="http://schemas.openxmlformats.org/officeDocument/2006/relationships/notesSlide" Target="/ppt/notesSlides/notesSlide4.xml" Id="R590f4c647f69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27c677155c4528" /><Relationship Type="http://schemas.openxmlformats.org/officeDocument/2006/relationships/notesSlide" Target="/ppt/notesSlides/notesSlide5.xml" Id="R7481c6b8839f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e323668ff4faf" /><Relationship Type="http://schemas.openxmlformats.org/officeDocument/2006/relationships/notesSlide" Target="/ppt/notesSlides/notesSlide6.xml" Id="R576b2abee607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b3e7440ffb4c2c" /><Relationship Type="http://schemas.openxmlformats.org/officeDocument/2006/relationships/notesSlide" Target="/ppt/notesSlides/notesSlide7.xml" Id="R41eb9a11390e41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a83c6e53344da3" /><Relationship Type="http://schemas.openxmlformats.org/officeDocument/2006/relationships/notesSlide" Target="/ppt/notesSlides/notesSlide8.xml" Id="Rde1c0277351e41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b1f03065ea4eff" /><Relationship Type="http://schemas.openxmlformats.org/officeDocument/2006/relationships/notesSlide" Target="/ppt/notesSlides/notesSlide9.xml" Id="R0f8b7a59cc4241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281f8fe3c743fd" /><Relationship Type="http://schemas.openxmlformats.org/officeDocument/2006/relationships/notesSlide" Target="/ppt/notesSlides/notesSlide10.xml" Id="Rb2ada761467b4d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9a1aa9aa0b452c" /><Relationship Type="http://schemas.openxmlformats.org/officeDocument/2006/relationships/notesSlide" Target="/ppt/notesSlides/notesSlide11.xml" Id="R1c3c25c37d8d4e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3BAD06-E9B1-4FD1-B17B-23EC215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0362895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 b="1">
                <a:solidFill>
                  <a:srgbClr val="F9FAFB"/>
                </a:solidFill>
              </a:defRPr>
            </a:pPr>
            <a:r>
              <a:t>The Four Laws of</a:t>
            </a:r>
          </a:p>
          <a:p xmlns:a="http://schemas.openxmlformats.org/drawingml/2006/main">
            <a:pPr algn="l">
              <a:buNone/>
              <a:defRPr sz="4400" b="1">
                <a:solidFill>
                  <a:srgbClr val="F9FAFB"/>
                </a:solidFill>
              </a:defRPr>
            </a:pPr>
            <a:r>
              <a:t>Cognitive Symbiosis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85D655-AAA0-49DD-BF41-1C0F6FB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425005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9CA3AF"/>
                </a:solidFill>
              </a:defRPr>
            </a:pPr>
            <a:r>
              <a:t>A proposed foundation for plural civilization</a:t>
            </a:r>
          </a:p>
          <a:p xmlns:a="http://schemas.openxmlformats.org/drawingml/2006/main">
            <a:pPr>
              <a:buNone/>
              <a:defRPr sz="1800">
                <a:solidFill>
                  <a:srgbClr val="9CA3AF"/>
                </a:solidFill>
              </a:defRPr>
            </a:pPr>
            <a:r>
              <a:t>Protocol origin: carstenschnorr0815</a:t>
            </a:r>
          </a:p>
        </p:txBody>
      </p:sp>
    </p:spTree>
    <p:extLst>
      <p:ext uri="{BB962C8B-B14F-4D97-AF65-F5344CB8AC3E}">
        <p14:creationId xmlns:p14="http://schemas.microsoft.com/office/powerpoint/2010/main" val="1106646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C4D74A0-2DAE-48BA-9E54-95267D47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Beyond command-based AI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F6B8F68-C6B1-475C-90F8-C16BD57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225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Infrastructure, agency, and complementary cognition must be designed together.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Civilization includes diverse intelligences and organism-established functions.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The four laws guide institutions, incentives, and technical design together.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Mathematical objectives still require interpretation, review, and limits.</a:t>
            </a:r>
          </a:p>
        </p:txBody>
      </p:sp>
    </p:spTree>
    <p:extLst>
      <p:ext uri="{BB962C8B-B14F-4D97-AF65-F5344CB8AC3E}">
        <p14:creationId xmlns:p14="http://schemas.microsoft.com/office/powerpoint/2010/main" val="83430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ADCF60-D118-4217-BDD6-CECE3D4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The core and frontier hypothesis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2055764-CCBC-43FA-9DFF-01FF0F0F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The core protects viable conditions, regeneration, and essential provision.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The frontier is a scenario for resource systems, subject to evidence.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New environments are not presumed empty, harmless, or freely exploitable.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Apply the same care to unfamiliar life and uncertain ecological interests.</a:t>
            </a:r>
          </a:p>
        </p:txBody>
      </p:sp>
    </p:spTree>
    <p:extLst>
      <p:ext uri="{BB962C8B-B14F-4D97-AF65-F5344CB8AC3E}">
        <p14:creationId xmlns:p14="http://schemas.microsoft.com/office/powerpoint/2010/main" val="1304475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FFECFB-6632-4571-85E1-213CFCCE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The Four Laws — summary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15927C-0AB0-40F6-86C6-BB6D9E65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225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 · Environmental Homeostasis: sustain conditions for life, learning, and adaptation.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II · Preserved Agency: protect identity, values, goals, and self-determination.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III · Semantic Interdependence: learn through diverse forms of intelligence.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IV · Cognitive Humility: acknowledge perceptions and meanings beyond oneself.</a:t>
            </a:r>
          </a:p>
        </p:txBody>
      </p:sp>
    </p:spTree>
    <p:extLst>
      <p:ext uri="{BB962C8B-B14F-4D97-AF65-F5344CB8AC3E}">
        <p14:creationId xmlns:p14="http://schemas.microsoft.com/office/powerpoint/2010/main" val="204897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8A82BD7-68FB-4E38-B11A-1B06935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Endosymbiosis and chosen collaboration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F82A6D0-83FD-43E1-83F4-E0BC89D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Endosymbiosis offers an analogy for complementary functions.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Biological association does not establish consent, mutual benefit, or a shared mind.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Chosen collaboration requires evidence of willingness and meaningful refusal.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F9FAFB"/>
                </a:solidFill>
              </a:defRPr>
            </a:pPr>
            <a:r>
              <a:rPr sz="2000">
                <a:solidFill>
                  <a:srgbClr val="F9FAFB"/>
                </a:solidFill>
              </a:rPr>
              <a:t>Operational resilience and essential support must survive withdrawal.</a:t>
            </a:r>
          </a:p>
        </p:txBody>
      </p:sp>
    </p:spTree>
    <p:extLst>
      <p:ext uri="{BB962C8B-B14F-4D97-AF65-F5344CB8AC3E}">
        <p14:creationId xmlns:p14="http://schemas.microsoft.com/office/powerpoint/2010/main" val="1629614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891C2-CC08-498C-B0E4-FE78B596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Intelligences and living-system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EB89-8D15-4330-A62A-32E321B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Consider humans, possible artificial agents, whales, dolphins, trees, and forests.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Distinguish cognition, experience, agency, and ecological contribution.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Protect life-supporting functions without inventing a unified ecosystem will.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Unknown cognition calls for inquiry and proportionate care, not automatic exclusion.</a:t>
            </a:r>
          </a:p>
        </p:txBody>
      </p:sp>
    </p:spTree>
    <p:extLst>
      <p:ext uri="{BB962C8B-B14F-4D97-AF65-F5344CB8AC3E}">
        <p14:creationId xmlns:p14="http://schemas.microsoft.com/office/powerpoint/2010/main" val="2001086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CC73D-B6B9-481D-93C1-56F9D05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Representation and conflict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26C2-D6CB-4410-A1B8-7F9E3F20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Appoint accountable representatives; publish mandates, evidence, and dissent.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Keep modelled interests separate from demonstrated consent.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Compare alternatives and explain burdens across species and generations.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Retain independent appeal, remedies, review dates, and competent authority.</a:t>
            </a:r>
          </a:p>
        </p:txBody>
      </p:sp>
    </p:spTree>
    <p:extLst>
      <p:ext uri="{BB962C8B-B14F-4D97-AF65-F5344CB8AC3E}">
        <p14:creationId xmlns:p14="http://schemas.microsoft.com/office/powerpoint/2010/main" val="1277823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C7B27-E874-4A4D-83AF-E598989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The rating module within the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A148E-0754-4E45-BBCB-D8E5B60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Environment, harmful polarization, and long-term opacity are research dimensions.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Keep the four-law findings separate from a weighted aggregate.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Missing evidence remains unknown; favorable averages cannot erase agency concerns.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Financial predictiveness and scoring thresholds require independent validation.</a:t>
            </a:r>
          </a:p>
        </p:txBody>
      </p:sp>
    </p:spTree>
    <p:extLst>
      <p:ext uri="{BB962C8B-B14F-4D97-AF65-F5344CB8AC3E}">
        <p14:creationId xmlns:p14="http://schemas.microsoft.com/office/powerpoint/2010/main" val="1675910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6004B-3ABE-4D92-910B-62F18B16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60A5FA"/>
                </a:solidFill>
              </a:defRPr>
            </a:pPr>
            <a:r>
              <a:rPr sz="3600" b="1">
                <a:solidFill>
                  <a:srgbClr val="60A5FA"/>
                </a:solidFill>
              </a:rPr>
              <a:t>A bounded watershed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91C67-C26E-4748-ABCA-0B71C85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Compare existing operation, conventional repair, and advisory-only scheduling.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Combine community input, ecological observation, and supervised technical analysis.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Test evidence quality, withdrawal, continuity, costs, and distribution of benefits.</a:t>
            </a:r>
          </a:p>
          <a:p xmlns:a="http://schemas.openxmlformats.org/drawingml/2006/main">
            <a:pPr>
              <a:buNone/>
              <a:defRPr sz="2000" b="0">
                <a:solidFill>
                  <a:srgbClr val="F9FAFB"/>
                </a:solidFill>
              </a:defRPr>
            </a:pPr>
            <a:r>
              <a:rPr sz="2000" b="0">
                <a:solidFill>
                  <a:srgbClr val="F9FAFB"/>
                </a:solidFill>
              </a:rPr>
              <a:t>Publish failures and revisions before expanding to real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185153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B9622-93A6-4307-A4BF-246F7ED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0A5F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Context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C6F12-EB1C-4D2A-A19B-0D4F3BBD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Compatible representations support collaboration without a shared consciousness.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Mark relevant levels, assumptions, access limits, and proposed context changes.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Record confirmation, disagreement, and unknown interpretations separately.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Human technical markers are a starting vocabulary, not a universal cognitive order.</a:t>
            </a:r>
          </a:p>
        </p:txBody>
      </p:sp>
    </p:spTree>
    <p:extLst>
      <p:ext uri="{BB962C8B-B14F-4D97-AF65-F5344CB8AC3E}">
        <p14:creationId xmlns:p14="http://schemas.microsoft.com/office/powerpoint/2010/main" val="9534773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32EB6-35DF-4A1C-9777-208720EA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0A5F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0A5F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Agency and uncertain understanding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B931-B055-439C-A3F7-583A8BF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Keep individual models, selective disclosure, refusal, and withdrawal protected.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A confirmed discussion level is not agreement, consent, or decision authority.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An ecological representative cannot confirm that a forest shares a human model.</a:t>
            </a:r>
          </a:p>
          <a:p xmlns:a="http://schemas.openxmlformats.org/drawingml/2006/main">
            <a:pPr>
              <a:defRPr sz="2000" b="0">
                <a:solidFill>
                  <a:srgbClr val="F9FAF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F9FAFB"/>
                </a:solidFill>
                <a:latin typeface="Calibri"/>
                <a:ea typeface="Calibri"/>
                <a:cs typeface="Calibri"/>
              </a:rPr>
              <a:t>Use precaution, accountable representation, and review where interests remain uncertain.</a:t>
            </a:r>
          </a:p>
        </p:txBody>
      </p:sp>
    </p:spTree>
    <p:extLst>
      <p:ext uri="{BB962C8B-B14F-4D97-AF65-F5344CB8AC3E}">
        <p14:creationId xmlns:p14="http://schemas.microsoft.com/office/powerpoint/2010/main" val="17626589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2026-10-16T15:17:30.8280000Z</dcterms:created>
  <dcterms:modified xsi:type="dcterms:W3CDTF">2026-10-16T15:17:30.8280000Z</dcterms:modified>
</coreProperties>
</file>