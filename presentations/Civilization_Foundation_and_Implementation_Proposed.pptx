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e70b44b8724423" /><Relationship Type="http://schemas.openxmlformats.org/officeDocument/2006/relationships/extended-properties" Target="/docProps/app.xml" Id="Rad264272caae45cf" /><Relationship Type="http://schemas.openxmlformats.org/officeDocument/2006/relationships/officeDocument" Target="/ppt/presentation.xml" Id="R33c026d38fdf43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f193f9cfe14239"/>
  </p:sldMasterIdLst>
  <p:notesMasterIdLst>
    <p:notesMasterId xmlns:r="http://schemas.openxmlformats.org/officeDocument/2006/relationships" r:id="Rf59198866b87498a"/>
  </p:notesMasterIdLst>
  <p:sldIdLst>
    <p:sldId xmlns:r="http://schemas.openxmlformats.org/officeDocument/2006/relationships" id="256" r:id="Rbdd2bcf68eab4add"/>
    <p:sldId xmlns:r="http://schemas.openxmlformats.org/officeDocument/2006/relationships" id="257" r:id="R21d932014a034d44"/>
    <p:sldId xmlns:r="http://schemas.openxmlformats.org/officeDocument/2006/relationships" id="258" r:id="R3a5cb6c38d3e4c97"/>
    <p:sldId xmlns:r="http://schemas.openxmlformats.org/officeDocument/2006/relationships" id="259" r:id="R5d7e05a7dd0f4744"/>
    <p:sldId xmlns:r="http://schemas.openxmlformats.org/officeDocument/2006/relationships" id="260" r:id="Rca2a77c43cb14ce7"/>
    <p:sldId xmlns:r="http://schemas.openxmlformats.org/officeDocument/2006/relationships" id="261" r:id="R3a095b55dcb5445b"/>
    <p:sldId xmlns:r="http://schemas.openxmlformats.org/officeDocument/2006/relationships" id="262" r:id="R3410f0dbc18141aa"/>
    <p:sldId xmlns:r="http://schemas.openxmlformats.org/officeDocument/2006/relationships" id="263" r:id="R536ee2a4dea14609"/>
    <p:sldId xmlns:r="http://schemas.openxmlformats.org/officeDocument/2006/relationships" id="264" r:id="R067aae08fd254726"/>
  </p:sldIdLst>
  <p:sldSz cx="12188952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23544fa8fd488e" /><Relationship Type="http://schemas.openxmlformats.org/officeDocument/2006/relationships/slideMaster" Target="/ppt/slideMasters/slideMaster1.xml" Id="Rcef193f9cfe14239" /><Relationship Type="http://schemas.openxmlformats.org/officeDocument/2006/relationships/notesMaster" Target="/ppt/notesMasters/notesMaster1.xml" Id="Rf59198866b87498a" /><Relationship Type="http://schemas.openxmlformats.org/officeDocument/2006/relationships/presProps" Target="/ppt/presProps.xml" Id="R71190f8693034127" /><Relationship Type="http://schemas.openxmlformats.org/officeDocument/2006/relationships/viewProps" Target="/ppt/viewProps.xml" Id="Rc78d73320eed4f7d" /><Relationship Type="http://schemas.openxmlformats.org/officeDocument/2006/relationships/tableStyles" Target="/ppt/tableStyles.xml" Id="Rece407a86eb14651" /><Relationship Type="http://schemas.openxmlformats.org/officeDocument/2006/relationships/slide" Target="/ppt/slides/slide1.xml" Id="Rbdd2bcf68eab4add" /><Relationship Type="http://schemas.openxmlformats.org/officeDocument/2006/relationships/slide" Target="/ppt/slides/slide2.xml" Id="R21d932014a034d44" /><Relationship Type="http://schemas.openxmlformats.org/officeDocument/2006/relationships/slide" Target="/ppt/slides/slide3.xml" Id="R3a5cb6c38d3e4c97" /><Relationship Type="http://schemas.openxmlformats.org/officeDocument/2006/relationships/slide" Target="/ppt/slides/slide4.xml" Id="R5d7e05a7dd0f4744" /><Relationship Type="http://schemas.openxmlformats.org/officeDocument/2006/relationships/slide" Target="/ppt/slides/slide5.xml" Id="Rca2a77c43cb14ce7" /><Relationship Type="http://schemas.openxmlformats.org/officeDocument/2006/relationships/slide" Target="/ppt/slides/slide6.xml" Id="R3a095b55dcb5445b" /><Relationship Type="http://schemas.openxmlformats.org/officeDocument/2006/relationships/slide" Target="/ppt/slides/slide7.xml" Id="R3410f0dbc18141aa" /><Relationship Type="http://schemas.openxmlformats.org/officeDocument/2006/relationships/slide" Target="/ppt/slides/slide8.xml" Id="R536ee2a4dea14609" /><Relationship Type="http://schemas.openxmlformats.org/officeDocument/2006/relationships/slide" Target="/ppt/slides/slide9.xml" Id="R067aae08fd2547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f55e5f9af7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95769a6604857" /><Relationship Type="http://schemas.openxmlformats.org/officeDocument/2006/relationships/notesMaster" Target="/ppt/notesMasters/notesMaster1.xml" Id="R0ed16e110a0b4d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f25c88e194214" /><Relationship Type="http://schemas.openxmlformats.org/officeDocument/2006/relationships/notesMaster" Target="/ppt/notesMasters/notesMaster1.xml" Id="R39a4a2152a8a44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5b7df1e83f447b" /><Relationship Type="http://schemas.openxmlformats.org/officeDocument/2006/relationships/notesMaster" Target="/ppt/notesMasters/notesMaster1.xml" Id="Ra60e338ed302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5ab5167bb40ea" /><Relationship Type="http://schemas.openxmlformats.org/officeDocument/2006/relationships/notesMaster" Target="/ppt/notesMasters/notesMaster1.xml" Id="R8b092255080e41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55134563ba43d1" /><Relationship Type="http://schemas.openxmlformats.org/officeDocument/2006/relationships/notesMaster" Target="/ppt/notesMasters/notesMaster1.xml" Id="R9430a868516148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7e3f6d8574ee9" /><Relationship Type="http://schemas.openxmlformats.org/officeDocument/2006/relationships/notesMaster" Target="/ppt/notesMasters/notesMaster1.xml" Id="Rc99e77b918c24b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a3711810a14464" /><Relationship Type="http://schemas.openxmlformats.org/officeDocument/2006/relationships/notesMaster" Target="/ppt/notesMasters/notesMaster1.xml" Id="R49fae9f8029f40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dff136f5db48ce" /><Relationship Type="http://schemas.openxmlformats.org/officeDocument/2006/relationships/notesMaster" Target="/ppt/notesMasters/notesMaster1.xml" Id="R06ca8c501cd549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64d68c1f8d4bc7" /><Relationship Type="http://schemas.openxmlformats.org/officeDocument/2006/relationships/notesMaster" Target="/ppt/notesMasters/notesMaster1.xml" Id="Rfddd1183d8d0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Practice references: https://airc.nist.gov/airmf-resources/airmf/5-sec-core/ ; https://www.cbd.int/ecosystem/default.shtml ; https://www.oecd.org/en/topics/integrity-in-public-procurement.html . See docs/SOURCES.md for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FOUNDATION.md, author-supplied laws and separately proposed safeguards, 15 October 2026. Full wording is in FOUNDATION.md; these slides summarize the working proposal. No claim of scientific validation, consent, or operational authority.</a:t>
            </a:r>
          </a:p>
          <a:p xmlns:a="http://schemas.openxmlformats.org/drawingml/2006/main">
            <a:r>
              <a:t>The pilot is fictional; see examples/watershed-pilot.md and IMPLEMENTATION.md. No observed outcomes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aefa7f13542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3c6a3631149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d008a7c5149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2fd5cd9354a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db0eaef144f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1f84d19dd45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d4c08891749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2c43fbfb442d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4a684760742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f533b6a1f4a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26aff77de4a4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C68165-6653-4626-A972-8F4EF2BA28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8D6A4F-EFF5-4DBF-810F-A2212F4F5D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EADC41-6F62-44B0-9B6E-5B24AFC12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B8D009-63D5-46F7-BF8B-0BCCD970F8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14899C-487F-4637-AFE2-CED297B5A1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2CA82A-82ED-482A-9548-0D0E4B1CCB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5A6CFF-F957-4A81-90A1-B56D207F26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DBD5E0-0E55-42F3-BBD0-8027835432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388DD8-725E-4482-98A7-0378AF3B36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C93349-83C5-4BA2-963B-EC7A901820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60B3B0-2C39-448A-8290-72CA01076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D3A0CF-723E-441C-90E4-40E5E77F3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5C8AF4-12A7-4BA3-8219-65CD42B80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BA4FEC-29E7-4880-904F-2F56F89E11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A5E125-1C3C-4F99-8D0D-44F65C1E82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3AE74F-8911-4114-AE89-ACC52DCE8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0C9A86-11C4-442A-9C4C-6319A334B0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BA4243-C091-4F3E-8011-F064832217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D3F914-69CF-44A3-BA95-C7BE1DBCDA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7A4383-D476-4345-9615-56C2FADFB0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61D8FA0-AFF8-4C0D-B1D4-66261D217E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EFDBE6-03C0-403E-8AA2-2A2081E9B4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8A86BA-E880-4BEB-A34E-40E63E491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0644241-2010-46BC-B6A9-39F6396D180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7E5C766-7849-46B4-AC4E-E5CF2F1F2C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7DD4754-9A4A-401A-A084-D9BCD4BB2D0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70EE5CB-BE20-429D-A561-88B2FF0534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25F465A-C20F-435C-A90D-D4D3B22548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D93727-85EB-4524-AB3C-B468FEE98E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ABD601-6577-4A3D-ACA8-0CFE1BF26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881F77B-FBBB-4A47-BB45-B8D7F7E2A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476F074-3411-461F-A073-9AFEA6DE5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456CD2-A0C0-43A2-AA17-B83386BA4E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55DEE06-2B6C-4C5C-95C4-2A6610775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9B225A3-700D-4EAF-BAD8-E24B72D41C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331A273-4183-46C3-BCB3-6432F5D0E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43FDA8-F3AF-47FA-A823-D9914EEF3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833325-1FEE-4232-8DD5-2D3CDCF0AD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B7FAF3-25D2-496F-B463-8967120354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72C9E1-4C0F-4A58-9EC0-E3FAF66259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F2E9D3-ED5F-4283-938A-F3FA7BC98D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ACA440-538C-47CA-9BC7-5C1D01226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CBC960-951A-46BB-8044-ACBD4242D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3D5152-5857-43DD-8D41-E211F48985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07DB312-B0A0-4901-BB4A-B8C88F9752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8F5968-E14C-4CBC-A48E-DB99748AD6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2C5648-3D15-4E83-97D7-68DF87C8C6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05363B-ECDA-474B-991E-B6244B0F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204063-3DD4-4B87-8713-D14BE4654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EA6698-C07B-4630-90BA-12261789E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F9AED3-9AAD-4F44-980C-ADEFC5BA5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71ED80-3280-40A1-B34B-4530E97190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C3A010-4901-4151-A6C1-26E204860E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5C84666-9BE7-4134-BD68-AB11810E2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7B0917-A88A-4F45-9FCB-EAB229E11E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A69358-45ED-424E-9E6A-D1DA964B1B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490A03-6FF6-4986-87A5-32D1DD7F62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6E6100-FF66-4B13-B74A-F949D25F5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03a477e9948f1" /><Relationship Type="http://schemas.openxmlformats.org/officeDocument/2006/relationships/slideLayout" Target="/ppt/slideLayouts/slideLayout1.xml" Id="R048b454d0089425c" /><Relationship Type="http://schemas.openxmlformats.org/officeDocument/2006/relationships/slideLayout" Target="/ppt/slideLayouts/slideLayout2.xml" Id="R03e4418bd8dc4b50" /><Relationship Type="http://schemas.openxmlformats.org/officeDocument/2006/relationships/slideLayout" Target="/ppt/slideLayouts/slideLayout3.xml" Id="Rd710348d97c6471b" /><Relationship Type="http://schemas.openxmlformats.org/officeDocument/2006/relationships/slideLayout" Target="/ppt/slideLayouts/slideLayout4.xml" Id="Rbe705bb9a6ee4f02" /><Relationship Type="http://schemas.openxmlformats.org/officeDocument/2006/relationships/slideLayout" Target="/ppt/slideLayouts/slideLayout5.xml" Id="Ra038db0539b24f90" /><Relationship Type="http://schemas.openxmlformats.org/officeDocument/2006/relationships/slideLayout" Target="/ppt/slideLayouts/slideLayout6.xml" Id="Rd471a417ec594e63" /><Relationship Type="http://schemas.openxmlformats.org/officeDocument/2006/relationships/slideLayout" Target="/ppt/slideLayouts/slideLayout7.xml" Id="Rc00238ece67e4f66" /><Relationship Type="http://schemas.openxmlformats.org/officeDocument/2006/relationships/slideLayout" Target="/ppt/slideLayouts/slideLayout8.xml" Id="R1dbb40927f0b431a" /><Relationship Type="http://schemas.openxmlformats.org/officeDocument/2006/relationships/slideLayout" Target="/ppt/slideLayouts/slideLayout9.xml" Id="Rb1f0ae01d1ea4a8b" /><Relationship Type="http://schemas.openxmlformats.org/officeDocument/2006/relationships/slideLayout" Target="/ppt/slideLayouts/slideLayout10.xml" Id="R650e5364b3b348ab" /><Relationship Type="http://schemas.openxmlformats.org/officeDocument/2006/relationships/slideLayout" Target="/ppt/slideLayouts/slideLayout11.xml" Id="R97ad72d2851141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A9E8025-ADE5-42DA-885B-DE78C8684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CA6046-704B-4268-A59D-C89E0AD436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142F51-524C-43EE-9F51-5C19879F7B1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7D2D51-9BA4-414B-998E-54D9BF0E53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1273D5-0D59-49D3-A2EA-0134281ED3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b454d0089425c"/>
    <p:sldLayoutId xmlns:r="http://schemas.openxmlformats.org/officeDocument/2006/relationships" id="2147483650" r:id="R03e4418bd8dc4b50"/>
    <p:sldLayoutId xmlns:r="http://schemas.openxmlformats.org/officeDocument/2006/relationships" id="2147483651" r:id="Rd710348d97c6471b"/>
    <p:sldLayoutId xmlns:r="http://schemas.openxmlformats.org/officeDocument/2006/relationships" id="2147483652" r:id="Rbe705bb9a6ee4f02"/>
    <p:sldLayoutId xmlns:r="http://schemas.openxmlformats.org/officeDocument/2006/relationships" id="2147483653" r:id="Ra038db0539b24f90"/>
    <p:sldLayoutId xmlns:r="http://schemas.openxmlformats.org/officeDocument/2006/relationships" id="2147483654" r:id="Rd471a417ec594e63"/>
    <p:sldLayoutId xmlns:r="http://schemas.openxmlformats.org/officeDocument/2006/relationships" id="2147483655" r:id="Rc00238ece67e4f66"/>
    <p:sldLayoutId xmlns:r="http://schemas.openxmlformats.org/officeDocument/2006/relationships" id="2147483656" r:id="R1dbb40927f0b431a"/>
    <p:sldLayoutId xmlns:r="http://schemas.openxmlformats.org/officeDocument/2006/relationships" id="2147483657" r:id="Rb1f0ae01d1ea4a8b"/>
    <p:sldLayoutId xmlns:r="http://schemas.openxmlformats.org/officeDocument/2006/relationships" id="2147483658" r:id="R650e5364b3b348ab"/>
    <p:sldLayoutId xmlns:r="http://schemas.openxmlformats.org/officeDocument/2006/relationships" id="2147483659" r:id="R97ad72d28511410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4af7d7d48f4460" /><Relationship Type="http://schemas.openxmlformats.org/officeDocument/2006/relationships/notesSlide" Target="/ppt/notesSlides/notesSlide1.xml" Id="Rce065030825f49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be9b1fa1824811" /><Relationship Type="http://schemas.openxmlformats.org/officeDocument/2006/relationships/notesSlide" Target="/ppt/notesSlides/notesSlide2.xml" Id="R343cc15fa234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757df54ea04889" /><Relationship Type="http://schemas.openxmlformats.org/officeDocument/2006/relationships/notesSlide" Target="/ppt/notesSlides/notesSlide3.xml" Id="Re24e4c794e4f40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762f7ec0054400" /><Relationship Type="http://schemas.openxmlformats.org/officeDocument/2006/relationships/notesSlide" Target="/ppt/notesSlides/notesSlide4.xml" Id="R623b34a4f0314c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1ed527b1284b7a" /><Relationship Type="http://schemas.openxmlformats.org/officeDocument/2006/relationships/notesSlide" Target="/ppt/notesSlides/notesSlide5.xml" Id="Rea1c077ac8c14c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2df2b333714b76" /><Relationship Type="http://schemas.openxmlformats.org/officeDocument/2006/relationships/notesSlide" Target="/ppt/notesSlides/notesSlide6.xml" Id="R06a9e10c0a3b41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8e2a86ce4348c9" /><Relationship Type="http://schemas.openxmlformats.org/officeDocument/2006/relationships/notesSlide" Target="/ppt/notesSlides/notesSlide7.xml" Id="R5618d21202b24f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c1fbf3de604db1" /><Relationship Type="http://schemas.openxmlformats.org/officeDocument/2006/relationships/notesSlide" Target="/ppt/notesSlides/notesSlide8.xml" Id="Rbec99bb3afed42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f29eeac09e45fe" /><Relationship Type="http://schemas.openxmlformats.org/officeDocument/2006/relationships/notesSlide" Target="/ppt/notesSlides/notesSlide9.xml" Id="R1cfad40d63d143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C653684-ED75-42C0-85BF-8B440D7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36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44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spcAft>
                <a:spcPts val="2400"/>
              </a:spcAft>
              <a:buNone/>
              <a:defRPr sz="44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A Plural Civilization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DF4A9-3810-4E33-B32B-A6B6FD97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363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Philosophy, institutions, economics, and technology</a:t>
            </a:r>
          </a:p>
          <a:p xmlns:a="http://schemas.openxmlformats.org/drawingml/2006/main">
            <a:pPr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A proposed continuation of the Evolutionary Crisis blueprint</a:t>
            </a:r>
          </a:p>
          <a:p xmlns:a="http://schemas.openxmlformats.org/drawingml/2006/main">
            <a:pPr>
              <a:defRPr sz="20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carstenschnorr0815</a:t>
            </a:r>
          </a:p>
        </p:txBody>
      </p:sp>
    </p:spTree>
    <p:extLst>
      <p:ext uri="{BB962C8B-B14F-4D97-AF65-F5344CB8AC3E}">
        <p14:creationId xmlns:p14="http://schemas.microsoft.com/office/powerpoint/2010/main" val="361496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396FEBE-0F7D-4AFF-B78F-9E06C26D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Stress, institutions, and cooperation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60E412-E578-48A4-8F85-B117E843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Working hypothesis: material insecurity can obstruct long-term cooperation.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Universal biological limits and inevitable tribal regression are not assumed.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Examine material conditions, incentives, institutions, and context together.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Protect plural values while reducing avoidable pressure on essential resources.</a:t>
            </a:r>
          </a:p>
        </p:txBody>
      </p:sp>
    </p:spTree>
    <p:extLst>
      <p:ext uri="{BB962C8B-B14F-4D97-AF65-F5344CB8AC3E}">
        <p14:creationId xmlns:p14="http://schemas.microsoft.com/office/powerpoint/2010/main" val="1446037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0CF28B-0C1A-4BAD-B9E2-CDCEAE6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The outrage incentive hypothesis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ACBF7A-9B53-4EEC-B842-E8C7BD7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Investigate when engagement incentives reward harmful conflict amplification.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Distinguish emotional language from harmful conduct and demonstrated effects.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Protect legitimate protest, reporting, and political disagreement.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Publish causal limits and counterexamples before assigning a rating.</a:t>
            </a:r>
          </a:p>
        </p:txBody>
      </p:sp>
    </p:spTree>
    <p:extLst>
      <p:ext uri="{BB962C8B-B14F-4D97-AF65-F5344CB8AC3E}">
        <p14:creationId xmlns:p14="http://schemas.microsoft.com/office/powerpoint/2010/main" val="441335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75AE41-68DF-4F5F-90FA-3E65354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Bertaux and the systems perspective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A08E79A-D527-4A1E-A536-50E4DD54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Bertaux provides a philosophical lens for social and technical organization.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The organism analogy suggests coordination among complementary functions.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It does not prove historical inevitability or a single planetary consciousness.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A shared civilization can preserve diverse identities and partial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37943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D305FE-62B9-4105-A99B-F40B455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Accountable infrastructure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436809E-946E-4BFE-9CB3-510613CB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207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Stabilize energy, logistics, resources, and essential provision.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Use open methods, supervised operation, monitoring, and manual fallback.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Separate observations, model interpretations, public decisions, and execution.</a:t>
            </a:r>
          </a:p>
          <a:p xmlns:a="http://schemas.openxmlformats.org/drawingml/2006/main">
            <a:pPr>
              <a:spcAft>
                <a:spcPts val="2000"/>
              </a:spcAft>
              <a:buNone/>
              <a:defRPr sz="200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821"/>
                </a:solidFill>
                <a:latin typeface="Arial"/>
                <a:ea typeface="Arial"/>
                <a:cs typeface="Arial"/>
              </a:rPr>
              <a:t>Make authority visible, limited, contestable, and subject to review.</a:t>
            </a:r>
          </a:p>
        </p:txBody>
      </p:sp>
    </p:spTree>
    <p:extLst>
      <p:ext uri="{BB962C8B-B14F-4D97-AF65-F5344CB8AC3E}">
        <p14:creationId xmlns:p14="http://schemas.microsoft.com/office/powerpoint/2010/main" val="1065683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08BDE-E612-4BA5-8AD7-1F92B29A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The Four Laws —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0D094-666C-4FC9-823B-6856B6A5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Homeostasis: support viability, regeneration, and adaptation.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Agency: preserve self-determination and meaningful refusal.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Interdependence: enable complementary knowledge without forced dependency.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Humility: act carefully where interests and meanings remain uncertain.</a:t>
            </a:r>
          </a:p>
        </p:txBody>
      </p:sp>
    </p:spTree>
    <p:extLst>
      <p:ext uri="{BB962C8B-B14F-4D97-AF65-F5344CB8AC3E}">
        <p14:creationId xmlns:p14="http://schemas.microsoft.com/office/powerpoint/2010/main" val="879904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C001D-CFD6-4988-93C2-0D000D4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Existing institutions as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E2371-ECDC-400F-A6B6-C620A74F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Adapt participatory planning, impact review, stewardship, and independent appeal.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Explore procurement and contracts within the responsible authority’s mandate.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Publish representative appointments, interests, evidence, and alternative views.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These are proposed adaptations, not newly established legal powers.</a:t>
            </a:r>
          </a:p>
        </p:txBody>
      </p:sp>
    </p:spTree>
    <p:extLst>
      <p:ext uri="{BB962C8B-B14F-4D97-AF65-F5344CB8AC3E}">
        <p14:creationId xmlns:p14="http://schemas.microsoft.com/office/powerpoint/2010/main" val="1489993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B88BF-97A5-4423-91EE-333B87B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Economic durability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80F0A-08F3-45EF-8B15-AEB6F86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Identify who pays, who benefits, who carries risk, and who can withdraw.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Fund operations, monitoring, representation, independent review, and remedies.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Protect essential supply if a partner or funding source leaves.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Do not make protection dependent on market value or a favorable score.</a:t>
            </a:r>
          </a:p>
        </p:txBody>
      </p:sp>
    </p:spTree>
    <p:extLst>
      <p:ext uri="{BB962C8B-B14F-4D97-AF65-F5344CB8AC3E}">
        <p14:creationId xmlns:p14="http://schemas.microsoft.com/office/powerpoint/2010/main" val="844857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35465-196F-4E22-AEB4-09BE777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1821"/>
                </a:solidFill>
                <a:latin typeface="Arial"/>
                <a:ea typeface="Arial"/>
                <a:cs typeface="Arial"/>
              </a:rPr>
              <a:t>Evidence before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E8F9-5481-4BD8-AD32-2E1B402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Start with retrospective cases and independent reviewer comparison.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Run a bounded shadow pilot before authorizing limited interventions.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Evaluate ecology, agency, reliability, distribution, and economic continuity.</a:t>
            </a:r>
          </a:p>
          <a:p xmlns:a="http://schemas.openxmlformats.org/drawingml/2006/main">
            <a:pPr>
              <a:defRPr sz="2000" b="0">
                <a:solidFill>
                  <a:srgbClr val="141821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41821"/>
                </a:solidFill>
                <a:latin typeface="Arial"/>
                <a:ea typeface="Arial"/>
                <a:cs typeface="Arial"/>
              </a:rPr>
              <a:t>Publish uncertainty, failures, appeals, and reasons to revise or stop.</a:t>
            </a:r>
          </a:p>
        </p:txBody>
      </p:sp>
    </p:spTree>
    <p:extLst>
      <p:ext uri="{BB962C8B-B14F-4D97-AF65-F5344CB8AC3E}">
        <p14:creationId xmlns:p14="http://schemas.microsoft.com/office/powerpoint/2010/main" val="7086137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2026-10-15T13:40:50.6700000Z</dcterms:created>
  <dcterms:modified xsi:type="dcterms:W3CDTF">2026-10-15T13:40:50.6700000Z</dcterms:modified>
</coreProperties>
</file>